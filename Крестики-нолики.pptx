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0386E1-D434-44C3-A170-4EAABA8DB2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3A6256-D653-4BDA-8B88-C5F63FF028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24FC90-1955-4CE7-8EC1-0AE133F798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3391F6-32BA-4A21-9263-F9C89EBA05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E23183-5696-4274-83EE-A4D4C1E870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342908-2C5E-4A02-9487-34E3B3404F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4449AE-DBE7-47DC-B44E-1059A7CF5C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9E797F-33BE-44B7-9EFC-44F0DE9DDA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F7435D-9F2D-4404-967E-54CB170CF6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9597AA-BA4F-4EFE-8EDC-D582ED27CA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Добавьте изображение двойным щелчком мыши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3394BD-F5CD-4959-9C55-5A42CD6F47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237744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Крестики-нолики</a:t>
            </a:r>
            <a:endParaRPr lang="ru-RU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365760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Игра на Python + Pygame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5669280"/>
            <a:ext cx="10332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888888"/>
                </a:solidFill>
                <a:effectLst/>
                <a:uFillTx/>
                <a:latin typeface="Arial"/>
              </a:rPr>
              <a:t>Выполнили:Гречко Станислав, Мысик Влад, Максим Бобков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36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5486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Цель проекта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31520" y="2011680"/>
            <a:ext cx="105152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/>
            <a:r>
              <a:rPr lang="en-US" sz="26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Сделать работающую игру «Крестики-нолики»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31520" y="365760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Что нужно было сделать: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1097280" y="42062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• Освоить библиотеку Pygame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1097280" y="47091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• Нарисовать поле 3×3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1097280" y="52120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1080000" y="51231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• Проверить победу и ничью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1080000" y="55800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• Добавить рестарт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31520" y="5486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Как работает игра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731520" y="18288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1.  Храним доску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1097280" y="22860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Список из 9 чисел:  0 — пусто,  1 — X,  2 — O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731520" y="301752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1097280" y="34747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720000" y="281448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2.  Проверка победы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921960" y="33231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3 в ряд по строке, столбцу или диагонали  →  победа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720000" y="393156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3.  Если все 9 клеток заняты — ничья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731520" y="5486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Что реализовано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731520" y="173736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1097280" y="21031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741960" y="17546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✓  Красный X и синий O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921960" y="1980000"/>
            <a:ext cx="100580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741960" y="210312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1097280" y="36576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720000" y="21200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✓  Проверка победы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1097280" y="4434840"/>
            <a:ext cx="100580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720000" y="248544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✓  Ничья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1097280" y="5212080"/>
            <a:ext cx="100580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3"/>
          <p:cNvSpPr/>
          <p:nvPr/>
        </p:nvSpPr>
        <p:spPr>
          <a:xfrm>
            <a:off x="720000" y="2880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✓  Рестарт по клавише R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1097280" y="5989320"/>
            <a:ext cx="100580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2"/>
          <p:cNvSpPr/>
          <p:nvPr/>
        </p:nvSpPr>
        <p:spPr>
          <a:xfrm>
            <a:off x="731520" y="5486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Итоги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731520" y="18288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Результат: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1097280" y="228600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Полностью работающая игра на 179 строках Python.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731520" y="3108960"/>
            <a:ext cx="10058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DC3C3C"/>
                </a:solidFill>
                <a:effectLst/>
                <a:uFillTx/>
                <a:latin typeface="Arial"/>
              </a:rPr>
              <a:t>Чему научились: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1097280" y="3611880"/>
            <a:ext cx="10058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• Работать с Pygame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1097280" y="4114800"/>
            <a:ext cx="10058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1097280" y="46177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1097280" y="5120640"/>
            <a:ext cx="10058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720000" y="431172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3C78DC"/>
                </a:solidFill>
                <a:effectLst/>
                <a:uFillTx/>
                <a:latin typeface="Arial"/>
              </a:rPr>
              <a:t>Спасибо за внимание!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2026-10-01T13:16:53Z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